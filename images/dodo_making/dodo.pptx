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5FF39-EBF0-1945-030A-1A46AC6F9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5ED8B-737A-9EC8-B3AA-B1718E81C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C99CE-CC2A-02FE-4E2A-A848A53C0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35D9-D728-47DB-92C4-386B8AA6E746}" type="datetimeFigureOut">
              <a:rPr lang="it-IT" smtClean="0"/>
              <a:t>01/08/2026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3847A-5DCC-3C8D-48A3-0B4F38FD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2B45E-8B12-0142-C86B-0CA53852F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AE67-E8A6-4C85-80CF-96F18B39E97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4587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5658D-6AB0-0B77-87DA-4B11C602B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DEA45-E711-7D02-7092-A624815DC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39C4F-0272-C9A5-82BA-9FE14CF3A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35D9-D728-47DB-92C4-386B8AA6E746}" type="datetimeFigureOut">
              <a:rPr lang="it-IT" smtClean="0"/>
              <a:t>01/08/2026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A3B46-E999-B581-9EB9-A225221E1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862B8-4A70-F38B-8F13-C398E652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AE67-E8A6-4C85-80CF-96F18B39E97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8383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A85CB-97C3-79E9-19D1-4D11B5994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2F99A-0266-9397-775C-07F965185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D004F-3CF0-07E5-1CB7-D3587F6C0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35D9-D728-47DB-92C4-386B8AA6E746}" type="datetimeFigureOut">
              <a:rPr lang="it-IT" smtClean="0"/>
              <a:t>01/08/2026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CC836-B88D-D279-A426-42F5078E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1FDF7-4287-83D6-CC56-05A3A22A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AE67-E8A6-4C85-80CF-96F18B39E97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6358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839A5-88C6-6ECF-E5A1-EE0A1206D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CD7FB-DA11-89D1-2738-E81D8F705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A7694-44A0-037C-4DA7-538337C3C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6F9E6-BCF6-36C4-712C-DFBC06BE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35D9-D728-47DB-92C4-386B8AA6E746}" type="datetimeFigureOut">
              <a:rPr lang="it-IT" smtClean="0"/>
              <a:t>01/08/2026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DD6F9-163C-B04D-52F2-5D372BC66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3B9BB-34E4-2655-ED9E-D84E7B3CB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AE67-E8A6-4C85-80CF-96F18B39E97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1463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3F7C-139A-7B3C-191D-CFE979A2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5F17B-69D4-CF3B-2FD7-9D401806E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63AB2-BA92-8DAB-0AFA-DBC3044FA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3CF8B9-E09A-35BB-3A0F-93AFEE280A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5AF1AE-0BE4-CCB4-0762-BE714C948F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F82AFE-E5AB-CD21-6428-C9B85B61E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35D9-D728-47DB-92C4-386B8AA6E746}" type="datetimeFigureOut">
              <a:rPr lang="it-IT" smtClean="0"/>
              <a:t>01/08/2026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28E90E-637A-06A8-151F-047DA2FC9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905544-A636-CC1E-3185-D48847FB7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AE67-E8A6-4C85-80CF-96F18B39E97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1439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D587B-391F-E246-747D-7B49B6B0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EE321E-745A-0A6C-EC58-1202C302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35D9-D728-47DB-92C4-386B8AA6E746}" type="datetimeFigureOut">
              <a:rPr lang="it-IT" smtClean="0"/>
              <a:t>01/08/2026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8F6F51-FF3F-CB83-36B4-FB8A7D30D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77585-E5F7-A8F8-F7E2-81FBBF72E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AE67-E8A6-4C85-80CF-96F18B39E97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0926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0B7CF4-99CC-28C7-4089-C508B6B1A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35D9-D728-47DB-92C4-386B8AA6E746}" type="datetimeFigureOut">
              <a:rPr lang="it-IT" smtClean="0"/>
              <a:t>01/08/2026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85606F-0857-155F-EFC1-C6D4E6DCD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7988D-D94E-6C2E-940E-F999545D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AE67-E8A6-4C85-80CF-96F18B39E97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0023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AFF5-99BB-3CE0-4996-F9F2EA651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36346-E3CC-A612-EFFB-6BE5FB6D7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B786B-F268-3FDA-1476-B5377D71B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8353E-B329-7829-04E6-1EA22678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35D9-D728-47DB-92C4-386B8AA6E746}" type="datetimeFigureOut">
              <a:rPr lang="it-IT" smtClean="0"/>
              <a:t>01/08/2026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1F840-D594-F1D0-6C26-9E355754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F71F1-FEF2-2A47-2196-1AEC7084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AE67-E8A6-4C85-80CF-96F18B39E97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3818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8D13F-4CC7-A9E3-A088-9014E0D16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8EC898-2389-461A-7D3F-4062A4B69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E54518-F820-8423-8C9C-33DAB3BA2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4065E-E0CE-4606-FB6A-0C11414B8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35D9-D728-47DB-92C4-386B8AA6E746}" type="datetimeFigureOut">
              <a:rPr lang="it-IT" smtClean="0"/>
              <a:t>01/08/2026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EB7D7-9020-7DD7-2274-81FBEC4E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43226-0581-BFDC-B897-12CC7E98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AE67-E8A6-4C85-80CF-96F18B39E97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4845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C4413-3034-378C-687C-1B60CB77F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CD588F-5715-DAC3-FD6F-24D25DB3C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3149A-74FE-EFDA-0504-01E6DDBF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35D9-D728-47DB-92C4-386B8AA6E746}" type="datetimeFigureOut">
              <a:rPr lang="it-IT" smtClean="0"/>
              <a:t>01/08/2026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3C0C8-C953-4973-5E25-18944AB71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0B9A5-E470-B4A5-D6DD-2D7B26905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AE67-E8A6-4C85-80CF-96F18B39E97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84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9BCFC8-118A-598F-B4D4-BBDC03272B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1865A-A555-2AB2-E53A-9767E4B2A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B505C-2CBD-D71F-C5A5-7EF3412EE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35D9-D728-47DB-92C4-386B8AA6E746}" type="datetimeFigureOut">
              <a:rPr lang="it-IT" smtClean="0"/>
              <a:t>01/08/2026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3FA8B-8534-048A-0946-C55B65F4E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85415-D1B0-F45F-22CF-E2C77A9A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AE67-E8A6-4C85-80CF-96F18B39E97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6886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8ADD2A-3EA0-2A31-5A23-C69AE59F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E84EE-B1AB-2BF0-0B29-5863FB927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B57B-1EA0-4FF4-B965-90546FCD8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E35D9-D728-47DB-92C4-386B8AA6E746}" type="datetimeFigureOut">
              <a:rPr lang="it-IT" smtClean="0"/>
              <a:t>01/08/2026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04EBA-8D0D-99B6-C79B-5FF315CCC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5B6EA-459C-5EDE-CF6C-C804BD3A4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3AE67-E8A6-4C85-80CF-96F18B39E97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1189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2404A0-007E-9C08-581E-8BAD5B22EB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906" b="91657" l="4961" r="44927">
                        <a14:foregroundMark x1="32300" y1="91770" x2="34104" y2="90304"/>
                        <a14:foregroundMark x1="26381" y1="9470" x2="31962" y2="8906"/>
                        <a14:foregroundMark x1="31962" y1="8906" x2="33709" y2="958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179" t="5897" r="54973" b="7843"/>
          <a:stretch>
            <a:fillRect/>
          </a:stretch>
        </p:blipFill>
        <p:spPr>
          <a:xfrm>
            <a:off x="3086877" y="0"/>
            <a:ext cx="6018246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9872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C4C64-7D9D-9777-B3E4-A6E1499AA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1E6B940-FAA8-881E-8EE7-D9C3BF8FA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681" b="90192" l="53495" r="94927">
                        <a14:foregroundMark x1="53664" y1="33822" x2="53664" y2="33822"/>
                        <a14:foregroundMark x1="53551" y1="51973" x2="53551" y2="51973"/>
                        <a14:foregroundMark x1="58005" y1="89290" x2="58005" y2="89290"/>
                        <a14:foregroundMark x1="79143" y1="90192" x2="79143" y2="90192"/>
                        <a14:foregroundMark x1="80045" y1="89966" x2="80045" y2="89966"/>
                        <a14:foregroundMark x1="79030" y1="9470" x2="73224" y2="86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759" t="6008" r="9555" b="8693"/>
          <a:stretch>
            <a:fillRect/>
          </a:stretch>
        </p:blipFill>
        <p:spPr>
          <a:xfrm>
            <a:off x="2985608" y="0"/>
            <a:ext cx="6220784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5971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Ciocca</dc:creator>
  <cp:lastModifiedBy>Matteo Ciocca</cp:lastModifiedBy>
  <cp:revision>2</cp:revision>
  <dcterms:created xsi:type="dcterms:W3CDTF">2026-08-01T11:57:45Z</dcterms:created>
  <dcterms:modified xsi:type="dcterms:W3CDTF">2026-08-01T12:06:18Z</dcterms:modified>
</cp:coreProperties>
</file>